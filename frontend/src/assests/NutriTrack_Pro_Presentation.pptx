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10B981"/>
                </a:solidFill>
                <a:latin typeface="Trebuchet MS"/>
              </a:defRPr>
            </a:pPr>
            <a:r>
              <a:t>NutriTrack Pro</a:t>
            </a:r>
          </a:p>
          <a:p>
            <a:pPr>
              <a:spcBef>
                <a:spcPts val="800"/>
              </a:spcBef>
              <a:defRPr sz="3200">
                <a:solidFill>
                  <a:srgbClr val="F1F5F9"/>
                </a:solidFill>
                <a:latin typeface="Trebuchet MS"/>
              </a:defRPr>
            </a:pPr>
            <a:r>
              <a:t>AI-Powered Nutrition &amp; Health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Enterprise-Grade SaaS Architecture &amp; Implementation Overview</a:t>
            </a:r>
          </a:p>
          <a:p>
            <a:pPr>
              <a:spcBef>
                <a:spcPts val="800"/>
              </a:spcBef>
              <a:defRPr sz="1400">
                <a:solidFill>
                  <a:srgbClr val="10B981"/>
                </a:solidFill>
                <a:latin typeface="Arial"/>
              </a:defRPr>
            </a:pPr>
            <a:r>
              <a:t>Client Presentation Deck  |  Widescreen 16:9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0B981"/>
                </a:solidFill>
                <a:latin typeface="Trebuchet MS"/>
              </a:defRPr>
            </a:pPr>
            <a:r>
              <a:t>Platform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Client Value Proposition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Premium SaaS dashboard mimicking MyFitnessPal and Lifesum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Modern glassmorphism UI theme for exceptional aesthetics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Stateless secure session tracking utilizing JWT tokens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Responsive grid layout adapts to mobiles, tablets, and desktops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Interactive tools encourage repeat daily user logins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11112" y="1874519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High-Impact Modules Included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BMR (Mifflin-St Jeor) and TDEE calorie target engine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Open Food Facts API scanner with local product caching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AI Coach chatbot with custom rules fallback configuration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Grocery shopping aggregator extracts checklist items from recipes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Structured progress log PDF generation via OpenPDF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0B981"/>
                </a:solidFill>
                <a:latin typeface="Trebuchet MS"/>
              </a:defRPr>
            </a:pPr>
            <a:r>
              <a:t>Production 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329184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28346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Frontend (React SPA)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Vite + TypeScript build setup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Tailwind CSS custom theme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Lucide React premium icons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Recharts for analytics grids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Axios request interceptors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443984" y="1645920"/>
            <a:ext cx="329184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72584" y="1874519"/>
            <a:ext cx="28346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Backend REST API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Java 21 &amp; Spring Boot 3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Spring Security + JJWT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Spring Data JPA (Hibernate)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OpenPDF document compiler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OpenAPI 3 / Swagger docs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11312" y="1645920"/>
            <a:ext cx="329184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912" y="1874519"/>
            <a:ext cx="28346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Data &amp; Deployment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MySQL 8.0 normalized DB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HikariCP connection pooling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Vite dev server API proxy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Docker container builder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Docker Compose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0B981"/>
                </a:solidFill>
                <a:latin typeface="Trebuchet MS"/>
              </a:defRPr>
            </a:pPr>
            <a:r>
              <a:t>BMR / TDEE Calculation 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The Mifflin-St Jeor Engine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Auto-computes Basal Metabolic Rate (BMR) from metrics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Male: 10 * weight + 6.25 * height - 5 * age + 5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Female: 10 * weight + 6.25 * height - 5 * age - 161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TDEE scales BMR by activity multiplier (1.2 to 1.9)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Calorie targets adjust dynamically by target weight goals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11112" y="1874519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Target Macronutrient Splitting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Dynamic macro distribution based on calorie boundaries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Protein Target: 30% of daily calories (4 kcal/g)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Carbohydrates Target: 45% of daily calories (4 kcal/g)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Fat Target: 25% of daily calories (9 kcal/g)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Targets auto-recalculate upon physical profile updates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0B981"/>
                </a:solidFill>
                <a:latin typeface="Trebuchet MS"/>
              </a:defRPr>
            </a:pPr>
            <a:r>
              <a:t>Product Scanner &amp; AI Segmenter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Simulated Barcode Scanner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Lookup product information by entering UPC code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Connects to Open Food Facts API for real-time query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Caches scanned food data in local database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Pre-seeds barcode lookup records for demonstration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Directly stages barcode scan results for one-tap logging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11112" y="1874519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Photo Meal Segmenter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Upload files or drag-and-drop pictures of plates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Leverages backend AI API to extract food items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Estimates calorie and macro bounds from image details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Allows adjusting quantities before saving to the database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Visual feedback panel renders analysis card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0B981"/>
                </a:solidFill>
                <a:latin typeface="Trebuchet MS"/>
              </a:defRPr>
            </a:pPr>
            <a:r>
              <a:t>AI Coach Chat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OpenAI API Integration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Connects to ChatGPT models via key configuration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Passes user context (age, activity, calorie logs, goal)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Generates customized meal planning guidance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Deciphers complex nutrition labels from text input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Tailors recommendations strictly to profile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11112" y="1874519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Smart Fallback Engine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System boots smoothly without active API keys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Implements target-aware mock coach on backend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Analyzes prompt intent (e.g. weight loss, muscle gain)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Checks user logs to identify missing nutrients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Renders rich markdown suggestions with zero latency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0B981"/>
                </a:solidFill>
                <a:latin typeface="Trebuchet MS"/>
              </a:defRPr>
            </a:pPr>
            <a:r>
              <a:t>Security &amp; Performance 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Stateless JWT Auth Flow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Hashed credentials inside database using BCrypt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Stateless token parsing on filter execution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Vite dev proxy bypasses CORS constraints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Custom AuthEntryPoint handles access violations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Security context set dynamically on verified headers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11112" y="1874519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System Integrity &amp; Fixes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Query parameter token validation for browser downloads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Permit-all rules set for /error forwards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Graceful exception handlers return standard HTTP states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Automatic connection pool management via HikariCP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Cascading deletes prevent orphan database logs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0B981"/>
                </a:solidFill>
                <a:latin typeface="Trebuchet MS"/>
              </a:defRPr>
            </a:pPr>
            <a:r>
              <a:t>Docker &amp; Deployment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Multi-Stage Build Containers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Backend Dockerfile compiles JAR via Maven, runs on minimal JRE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Frontend Dockerfile bundles static assets, serves on Nginx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Pre-configured Nginx proxies /api traffic to Java container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Optimized image sizes reduce server memory footprints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Build-once, run-anywhere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11112" y="1874519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Docker Compose Orchestration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Ties MySQL 8, Spring API, and Nginx web instances together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Ensures database health-checks pass before starting API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Maps external ports (80 for web, 8085 for API)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Includes volume mounts to persist database entries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Single-command launch: docker-compose up --build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0B981"/>
                </a:solidFill>
                <a:latin typeface="Trebuchet MS"/>
              </a:defRPr>
            </a:pPr>
            <a:r>
              <a:t>Current Status &amp;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System Compilation Health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Backend Java: mvn compile compiles 65 files (BUILD SUCCESS)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Frontend TS: npm run build completes in 7.82s (0 errors)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End-to-End integration tested on port 8085 &amp; 5173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Database autoseeder tested on clean MySQL instances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PDF Report download validated and fully operational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11112" y="1874519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Demo Credentials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Writers and testers can access the live system with: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Standard User Account: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 - Email: user@nutritrack.com  |  Password: password123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Administrator Account: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 - Email: admin@nutritrack.com  |  Password: password123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New users can register directly from the landing page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